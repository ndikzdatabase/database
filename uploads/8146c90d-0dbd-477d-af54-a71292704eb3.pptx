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8A5313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640080"/>
            <a:ext cx="4023360" cy="402336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8A531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BISNIS JAJANAN KAKI LIMA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Telur Gulung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292608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usaha jajanan sederhana, murah, dan digemari pelajar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4160520"/>
            <a:ext cx="8046720" cy="1965960"/>
          </a:xfrm>
          <a:prstGeom prst="roundRect">
            <a:avLst>
              <a:gd name="adj" fmla="val 3721"/>
            </a:avLst>
          </a:prstGeom>
          <a:solidFill>
            <a:srgbClr val="2E1B10"/>
          </a:solidFill>
          <a:ln w="12700">
            <a:solidFill>
              <a:srgbClr val="C97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315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4727448"/>
            <a:ext cx="310896" cy="3108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727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4709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Affan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4727448"/>
            <a:ext cx="310896" cy="3108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4727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77640" y="4709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Andika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4727448"/>
            <a:ext cx="310896" cy="3108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4727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709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51560" y="5294376"/>
            <a:ext cx="310896" cy="3108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5276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566160" y="5294376"/>
            <a:ext cx="310896" cy="3108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5276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Alif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80760" y="5294376"/>
            <a:ext cx="310896" cy="3108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5276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 NEGERI 2 DEMAK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C97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LATAR BELAKANG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Telur Gulung?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BF3E7"/>
          </a:solidFill>
          <a:ln/>
          <a:effectLst>
            <a:outerShdw sx="100000" sy="100000" kx="0" ky="0" algn="bl" rotWithShape="0" blurRad="76200" dist="25400" dir="5400000">
              <a:srgbClr val="3B2416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2219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Jajanan yang Digemari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Telur gulung adalah jajanan tradisional yang populer di kalangan pelajar karena rasanya gurih dan mengenyangkan.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BF3E7"/>
          </a:solidFill>
          <a:ln/>
          <a:effectLst>
            <a:outerShdw sx="100000" sy="100000" kx="0" ky="0" algn="bl" rotWithShape="0" blurRad="76200" dist="25400" dir="5400000">
              <a:srgbClr val="3B2416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240280"/>
            <a:ext cx="502920" cy="50292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2219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Terjangkau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Dijual dengan harga murah sehingga cocok untuk uang saku pelajar sekolah menengah.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BF3E7"/>
          </a:solidFill>
          <a:ln/>
          <a:effectLst>
            <a:outerShdw sx="100000" sy="100000" kx="0" ky="0" algn="bl" rotWithShape="0" blurRad="76200" dist="25400" dir="5400000">
              <a:srgbClr val="3B2416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526280"/>
            <a:ext cx="502920" cy="50292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5079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Baku Mudah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166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utama seperti telur, tepung, dan bumbu mudah didapat di pasar terdekat dengan harga stabil.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42519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BF3E7"/>
          </a:solidFill>
          <a:ln/>
          <a:effectLst>
            <a:outerShdw sx="100000" sy="100000" kx="0" ky="0" algn="bl" rotWithShape="0" blurRad="76200" dist="25400" dir="5400000">
              <a:srgbClr val="3B2416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4526280"/>
            <a:ext cx="502920" cy="50292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45079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Pembuatan Sederhana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5166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memerlukan peralatan khusus, sehingga cocok dijadikan usaha rintisan bagi siswa SMK.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TELUR GULUNG — Rencana Bisnis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C97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TUJUAN &amp; MANFAAT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dan Manfaat Bisnis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440680" cy="4251960"/>
          </a:xfrm>
          <a:prstGeom prst="roundRect">
            <a:avLst>
              <a:gd name="adj" fmla="val 2151"/>
            </a:avLst>
          </a:prstGeom>
          <a:solidFill>
            <a:srgbClr val="3B24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709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Mengembangkan jiwa dan keterampilan kewirausahaan siswa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Menciptakan produk jajanan praktis, murah, dan digemari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pengelolaan usaha dari produksi hingga pemasaran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sarana belajar bisnis nyata bagi siswa SMK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440680" cy="4251960"/>
          </a:xfrm>
          <a:prstGeom prst="roundRect">
            <a:avLst>
              <a:gd name="adj" fmla="val 2151"/>
            </a:avLst>
          </a:prstGeom>
          <a:solidFill>
            <a:srgbClr val="FBF3E7"/>
          </a:solidFill>
          <a:ln w="15875">
            <a:solidFill>
              <a:srgbClr val="C97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1945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8A5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BISNIS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743200"/>
            <a:ext cx="4709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pengalaman dan portofolio berwirausaha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peluang penghasilan tambahan bagi siswa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kerja sama dan pembagian tugas dalam tim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Memenuhi kebutuhan jajanan yang terjangkau di sekitar sekolah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TELUR GULUNG — Rencana Bisnis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C97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PROSES PRODUKSI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Bagaimana Cara Membuatnya?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pembuatan telur gulung, dari bahan mentah sampai siap dijual.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BF3E7"/>
          </a:solidFill>
          <a:ln w="12700">
            <a:solidFill>
              <a:srgbClr val="E7D6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221992"/>
            <a:ext cx="457200" cy="45720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28346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Bahan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13232" y="320040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Telur, tepung terigu, bawang, penyedap rasa, dan tusuk sate.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69080" y="27660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19659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BF3E7"/>
          </a:solidFill>
          <a:ln w="12700">
            <a:solidFill>
              <a:srgbClr val="E7D6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3712" y="2221992"/>
            <a:ext cx="457200" cy="45720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3712" y="28346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Adonan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53712" y="320040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Campur telur dengan bumbu hingga rata dan siap dituang.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09560" y="27660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8160" y="19659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BF3E7"/>
          </a:solidFill>
          <a:ln w="12700">
            <a:solidFill>
              <a:srgbClr val="E7D6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4192" y="2221992"/>
            <a:ext cx="457200" cy="45720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20" name="Text 18"/>
          <p:cNvSpPr/>
          <p:nvPr/>
        </p:nvSpPr>
        <p:spPr>
          <a:xfrm>
            <a:off x="839419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94192" y="28346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Gulung saat Digoreng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94192" y="320040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Tuang adonan tipis lalu gulung dengan tusuk sate di atas wajan panas.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7D6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462272"/>
            <a:ext cx="457200" cy="45720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" y="50749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Goreng Hingga Matang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13232" y="544068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Goreng sampai berwarna kecoklatan dan matang merata.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069080" y="50063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97680" y="4206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7D6B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53712" y="4462272"/>
            <a:ext cx="457200" cy="45720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31" name="Text 29"/>
          <p:cNvSpPr/>
          <p:nvPr/>
        </p:nvSpPr>
        <p:spPr>
          <a:xfrm>
            <a:off x="455371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53712" y="50749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Kemas &amp; Beri Bumbu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553712" y="544068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saus/bumbu tabur, lalu kemas rapi dan higienis.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09560" y="50063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8160" y="4206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7D6B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94192" y="4462272"/>
            <a:ext cx="457200" cy="45720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37" name="Text 35"/>
          <p:cNvSpPr/>
          <p:nvPr/>
        </p:nvSpPr>
        <p:spPr>
          <a:xfrm>
            <a:off x="839419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94192" y="50749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Pasarkan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394192" y="544068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Jual di kantin sekolah, area sekitar, dan promosi media sosial.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TELUR GULUNG — Rencana Bisnis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C97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ANALISIS USAHA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Pasar &amp; Untung Rugi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8A5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PASAR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" cy="777240"/>
          </a:xfrm>
          <a:prstGeom prst="roundRect">
            <a:avLst>
              <a:gd name="adj" fmla="val 22222"/>
            </a:avLst>
          </a:prstGeom>
          <a:solidFill>
            <a:srgbClr val="C97A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Pasar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4963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Siswa-siswi SMK N 2 Demak, warga sekitar, dan pengunjung kantin.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172968"/>
            <a:ext cx="82296" cy="777240"/>
          </a:xfrm>
          <a:prstGeom prst="roundRect">
            <a:avLst>
              <a:gd name="adj" fmla="val 22222"/>
            </a:avLst>
          </a:prstGeom>
          <a:solidFill>
            <a:srgbClr val="C97A1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172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Pelajar usia 15-18 tahun dengan uang saku terbatas namun rutin jajan.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105656"/>
            <a:ext cx="82296" cy="777240"/>
          </a:xfrm>
          <a:prstGeom prst="roundRect">
            <a:avLst>
              <a:gd name="adj" fmla="val 22222"/>
            </a:avLst>
          </a:prstGeom>
          <a:solidFill>
            <a:srgbClr val="C97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105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Promosi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3616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mulut ke mulut, media sosial, dan promo bundling saat jam istirahat.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5038344"/>
            <a:ext cx="82296" cy="777240"/>
          </a:xfrm>
          <a:prstGeom prst="roundRect">
            <a:avLst>
              <a:gd name="adj" fmla="val 22222"/>
            </a:avLst>
          </a:prstGeom>
          <a:solidFill>
            <a:srgbClr val="C97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50383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29437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Jajanan kantin lain; disiasati dengan rasa khas dan harga bersaing.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80760" y="1783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8A5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UNTUNG &amp; RUGI (per hari)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2221992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BF3E7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2331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Rp75rb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80760" y="284378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Harian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01000" y="2221992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BF3E7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2331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Rp100rb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001000" y="284378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Pendapatan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21240" y="2221992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C97A1A"/>
          </a:solidFill>
          <a:ln/>
        </p:spPr>
      </p:sp>
      <p:sp>
        <p:nvSpPr>
          <p:cNvPr id="26" name="Text 24"/>
          <p:cNvSpPr/>
          <p:nvPr/>
        </p:nvSpPr>
        <p:spPr>
          <a:xfrm>
            <a:off x="9921240" y="2331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Rp25rb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921240" y="284378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Untung Bersih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3474720"/>
          <a:ext cx="5669280" cy="1417320"/>
        </p:xfrm>
        <a:graphic>
          <a:graphicData uri="http://schemas.openxmlformats.org/drawingml/2006/table">
            <a:tbl>
              <a:tblPr/>
              <a:tblGrid>
                <a:gridCol w="3685032"/>
                <a:gridCol w="1984248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Rincian Modal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Biaya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B10"/>
                          </a:solidFill>
                        </a:rPr>
                        <a:t>Telur (2 kg)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1B10"/>
                          </a:solidFill>
                        </a:rPr>
                        <a:t>Rp 40.000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B10"/>
                          </a:solidFill>
                        </a:rPr>
                        <a:t>Tepung &amp; bumbu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1B10"/>
                          </a:solidFill>
                        </a:rPr>
                        <a:t>Rp 15.000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B10"/>
                          </a:solidFill>
                        </a:rPr>
                        <a:t>Tusuk sate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1B10"/>
                          </a:solidFill>
                        </a:rPr>
                        <a:t>Rp 5.000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B10"/>
                          </a:solidFill>
                        </a:rPr>
                        <a:t>Minyak goreng &amp; kemasan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1B10"/>
                          </a:solidFill>
                        </a:rPr>
                        <a:t>Rp 15.000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6080760" y="502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keuntungan bersih ≈ Rp 625.000/bulan (25 hari jual). Risiko: telur/bahan tidak habis terjual, cuaca hujan, dan kenaikan harga bahan baku.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TELUR GULUNG — Rencana Bisnis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8A5313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solidFill>
            <a:srgbClr val="8A531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Telur Gulung: Usaha Kecil, Peluang Besar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4597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Usaha telur gulung merupakan usaha rintisan yang menjanjikan dengan modal kecil dan risiko rendah.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355848"/>
            <a:ext cx="365760" cy="36576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30098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dijalankan pelajar SMK sebagai sarana belajar wirausaha secara langsung dan nyata.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365760" cy="36576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14223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Keberhasilan usaha bergantung pada konsistensi rasa, kebersihan produk, dan strategi pemasaran yang tepat.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038344"/>
            <a:ext cx="365760" cy="36576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38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9834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pengelolaan yang baik, usaha ini berpotensi memberi keuntungan rutin dan berkelanjutan.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6080760"/>
            <a:ext cx="2926080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B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SMK Negeri 2 Demak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2026-08-31T14:13:12Z</dcterms:created>
  <dcterms:modified xsi:type="dcterms:W3CDTF">2026-08-31T14:13:12Z</dcterms:modified>
</cp:coreProperties>
</file>